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63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9144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Street Lighting System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Design: Final Project Demo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279038"/>
              </p:ext>
            </p:extLst>
          </p:nvPr>
        </p:nvGraphicFramePr>
        <p:xfrm>
          <a:off x="548640" y="2468880"/>
          <a:ext cx="4937760" cy="16459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Guthi Harsha Deep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Gangesh Chandra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2620030426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Shashank Verma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2620030229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Bhuvan Krishna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2620030239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Koushik </a:t>
                      </a:r>
                      <a:r>
                        <a:rPr lang="en-US" sz="110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Muniganti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  <a:r>
                        <a:rPr lang="en-US" sz="11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2620030440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>
                    <a:lnL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A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4251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3075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14300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lights often stay ON in daylight or on empty roads, wasting energy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03911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18745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switches the light automatically using simple digital logic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2770632"/>
            <a:ext cx="265176" cy="2651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260604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 (dark = 1), M (motion detected), E (enable switch)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383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502152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3375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LL turns the lamp ON only when it is dark and enabled or motion is seen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233672"/>
            <a:ext cx="265176" cy="26517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43000" y="406908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save energy while keeping roads lit when needed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1097280"/>
            <a:ext cx="3108960" cy="1737360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0" y="3017520"/>
            <a:ext cx="3108960" cy="173736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669280" y="2514600"/>
            <a:ext cx="1005840" cy="3200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Day: OFF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5669280" y="4434840"/>
            <a:ext cx="1005840" cy="32004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</a:rPr>
              <a:t>Night: 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Logic Circuit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3075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1430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ON when D·E + D·M = 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17627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20116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with the distributive law: LL = D·(M + E)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044952"/>
            <a:ext cx="265176" cy="2651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2880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used: one OR (M, E) and one AND (with D)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3913632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37490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(D = 0) forces LL = 0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029200" y="128016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DE8C0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02920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1389888"/>
            <a:ext cx="237744" cy="237744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029200" y="21031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DE8C0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502920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160" y="2212848"/>
            <a:ext cx="237744" cy="23774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5029200" y="320040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FDE8C0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502920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310128"/>
            <a:ext cx="237744" cy="237744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6035040" y="141732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DCE6F5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603504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7223760" y="2286000"/>
            <a:ext cx="868680" cy="914400"/>
          </a:xfrm>
          <a:prstGeom prst="roundRect">
            <a:avLst>
              <a:gd name="adj" fmla="val 8421"/>
            </a:avLst>
          </a:prstGeom>
          <a:solidFill>
            <a:srgbClr val="DCE6F5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7223760" y="2286000"/>
            <a:ext cx="868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8229600" y="25146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FDE8C0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822960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577840" y="1508760"/>
            <a:ext cx="457200" cy="13716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 flipV="1">
            <a:off x="5577840" y="2057400"/>
            <a:ext cx="457200" cy="2743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6903720" y="1874520"/>
            <a:ext cx="320040" cy="7315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 flipV="1">
            <a:off x="5577840" y="2926080"/>
            <a:ext cx="1645920" cy="50292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7" name="Shape 27"/>
          <p:cNvSpPr/>
          <p:nvPr/>
        </p:nvSpPr>
        <p:spPr>
          <a:xfrm>
            <a:off x="8092440" y="2743200"/>
            <a:ext cx="137160" cy="0"/>
          </a:xfrm>
          <a:prstGeom prst="line">
            <a:avLst/>
          </a:prstGeom>
          <a:noFill/>
          <a:ln w="19050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38" name="Text 28"/>
          <p:cNvSpPr txBox="1"/>
          <p:nvPr/>
        </p:nvSpPr>
        <p:spPr>
          <a:xfrm>
            <a:off x="4754880" y="4023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LL = D · (M + E)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00643" y="-8128"/>
            <a:ext cx="9544643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-400643" y="764032"/>
            <a:ext cx="9544643" cy="45719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-254000" y="5791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in Logisim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43000"/>
            <a:ext cx="4846320" cy="3566160"/>
          </a:xfrm>
          <a:prstGeom prst="rect">
            <a:avLst/>
          </a:prstGeom>
          <a:solidFill>
            <a:srgbClr val="EEF2F8"/>
          </a:solidFill>
          <a:ln w="19050">
            <a:solidFill>
              <a:srgbClr val="5B6B7B"/>
            </a:solidFill>
            <a:prstDash val="dash"/>
          </a:ln>
        </p:spPr>
      </p:sp>
      <p:sp>
        <p:nvSpPr>
          <p:cNvPr id="8" name="Text 4"/>
          <p:cNvSpPr txBox="1"/>
          <p:nvPr/>
        </p:nvSpPr>
        <p:spPr>
          <a:xfrm>
            <a:off x="45720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Logisim circuit screenshot here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510866" y="1274572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626" y="1371092"/>
            <a:ext cx="279400" cy="279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3466" y="1188720"/>
            <a:ext cx="187621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 pins: D, M, 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538298" y="2050119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170" y="2161371"/>
            <a:ext cx="265176" cy="2651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013786" y="2013373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gate combines M and 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538298" y="2964519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170" y="3068659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993466" y="2880360"/>
            <a:ext cx="18558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 joins that result with D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538298" y="3846407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170" y="3959352"/>
            <a:ext cx="265176" cy="26517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93466" y="3794760"/>
            <a:ext cx="18762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pin LL drives an LED (the street lamp)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16AF284-D2A6-9CB6-8B98-6BC55F11D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0643" y="849715"/>
            <a:ext cx="6847501" cy="50827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3725"/>
            <a:ext cx="10913533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5377"/>
            <a:ext cx="10913532" cy="11717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960" y="182880"/>
            <a:ext cx="457200" cy="4572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3291840" cy="32918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2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output matches the truth table in all 8 input combinations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206240" y="1143000"/>
            <a:ext cx="4572000" cy="3566160"/>
          </a:xfrm>
          <a:prstGeom prst="rect">
            <a:avLst/>
          </a:prstGeom>
          <a:solidFill>
            <a:srgbClr val="EEF2F8"/>
          </a:solidFill>
          <a:ln w="19050">
            <a:solidFill>
              <a:srgbClr val="5B6B7B"/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3172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20624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Logisim simulation screenshots here (e.g. D=1, M=1, E=0 gives LL=1)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EFBE81-64A1-57BF-8177-8AF00465D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732" y="870542"/>
            <a:ext cx="6781800" cy="4526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Applications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141732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912" y="15819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= D·(M + E) built in Logisim and verified against the truth table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29184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51960" y="141732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5819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Highways, campuses, parking lots, smart-city street lighting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2648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EF2F8"/>
          </a:solidFill>
          <a:ln w="12700">
            <a:solidFill>
              <a:srgbClr val="D5DD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086600" y="141732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15819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2788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timer counter, RAM settings, multi-zone decoder, solar power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361</Words>
  <Application>Microsoft Office PowerPoint</Application>
  <PresentationFormat>On-screen Show (16:9)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guthiharshadeep@outlook.com</cp:lastModifiedBy>
  <cp:revision>3</cp:revision>
  <dcterms:created xsi:type="dcterms:W3CDTF">2026-10-15T02:49:36Z</dcterms:created>
  <dcterms:modified xsi:type="dcterms:W3CDTF">2026-10-15T04:37:44Z</dcterms:modified>
</cp:coreProperties>
</file>